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sldIdLst>
    <p:sldId id="256" r:id="rId2"/>
  </p:sldIdLst>
  <p:sldSz cx="150495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2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81188" y="1122363"/>
            <a:ext cx="11287125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81188" y="3602038"/>
            <a:ext cx="11287125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975795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44354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26815" y="1709739"/>
            <a:ext cx="12980194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26815" y="4589464"/>
            <a:ext cx="12980194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3728574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34653" y="1825625"/>
            <a:ext cx="6396038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618809" y="1825625"/>
            <a:ext cx="6396038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105947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6613" y="365126"/>
            <a:ext cx="12980194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6614" y="1681163"/>
            <a:ext cx="6366643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36614" y="2505075"/>
            <a:ext cx="6366643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618809" y="1681163"/>
            <a:ext cx="639799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618809" y="2505075"/>
            <a:ext cx="639799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6414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414392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783536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6614" y="457200"/>
            <a:ext cx="485385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97998" y="987426"/>
            <a:ext cx="7618809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36614" y="2057400"/>
            <a:ext cx="485385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186121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36614" y="457200"/>
            <a:ext cx="4853855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397998" y="987426"/>
            <a:ext cx="7618809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36614" y="2057400"/>
            <a:ext cx="4853855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38623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958946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0769799" y="365125"/>
            <a:ext cx="3245048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034653" y="365125"/>
            <a:ext cx="9547027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D42230-267C-431A-8169-41D027ABCFB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1295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34653" y="365126"/>
            <a:ext cx="12980194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34653" y="1825625"/>
            <a:ext cx="12980194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4653" y="6356351"/>
            <a:ext cx="33861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DD42230-267C-431A-8169-41D027ABCFB4}" type="datetimeFigureOut">
              <a:rPr lang="en-US" smtClean="0"/>
              <a:t>11/12/2025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985147" y="6356351"/>
            <a:ext cx="5079206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28709" y="6356351"/>
            <a:ext cx="338613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1DBD22-5932-4156-864E-2C2D556ABEA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15863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93003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668</TotalTime>
  <Words>0</Words>
  <Application>Microsoft Office PowerPoint</Application>
  <PresentationFormat>Custom</PresentationFormat>
  <Paragraphs>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Mohammad Ghanaym</dc:creator>
  <cp:lastModifiedBy>محمد محمد السيد حسن</cp:lastModifiedBy>
  <cp:revision>13</cp:revision>
  <dcterms:created xsi:type="dcterms:W3CDTF">2025-04-23T11:05:35Z</dcterms:created>
  <dcterms:modified xsi:type="dcterms:W3CDTF">2025-11-11T22:21:16Z</dcterms:modified>
</cp:coreProperties>
</file>