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5849600" cy="8915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8DE"/>
    <a:srgbClr val="7400B8"/>
    <a:srgbClr val="5E60CE"/>
    <a:srgbClr val="72E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459072"/>
            <a:ext cx="11887200" cy="3103880"/>
          </a:xfrm>
        </p:spPr>
        <p:txBody>
          <a:bodyPr anchor="b"/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4682649"/>
            <a:ext cx="11887200" cy="2152491"/>
          </a:xfrm>
        </p:spPr>
        <p:txBody>
          <a:bodyPr/>
          <a:lstStyle>
            <a:lvl1pPr marL="0" indent="0" algn="ctr">
              <a:buNone/>
              <a:defRPr sz="3120"/>
            </a:lvl1pPr>
            <a:lvl2pPr marL="594360" indent="0" algn="ctr">
              <a:buNone/>
              <a:defRPr sz="2600"/>
            </a:lvl2pPr>
            <a:lvl3pPr marL="1188720" indent="0" algn="ctr">
              <a:buNone/>
              <a:defRPr sz="2340"/>
            </a:lvl3pPr>
            <a:lvl4pPr marL="1783080" indent="0" algn="ctr">
              <a:buNone/>
              <a:defRPr sz="2080"/>
            </a:lvl4pPr>
            <a:lvl5pPr marL="2377440" indent="0" algn="ctr">
              <a:buNone/>
              <a:defRPr sz="2080"/>
            </a:lvl5pPr>
            <a:lvl6pPr marL="2971800" indent="0" algn="ctr">
              <a:buNone/>
              <a:defRPr sz="2080"/>
            </a:lvl6pPr>
            <a:lvl7pPr marL="3566160" indent="0" algn="ctr">
              <a:buNone/>
              <a:defRPr sz="2080"/>
            </a:lvl7pPr>
            <a:lvl8pPr marL="4160520" indent="0" algn="ctr">
              <a:buNone/>
              <a:defRPr sz="2080"/>
            </a:lvl8pPr>
            <a:lvl9pPr marL="4754880" indent="0" algn="ctr">
              <a:buNone/>
              <a:defRPr sz="20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2230-267C-431A-8169-41D027ABCFB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BD22-5932-4156-864E-2C2D556AB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76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2230-267C-431A-8169-41D027ABCFB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BD22-5932-4156-864E-2C2D556AB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58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405" y="2222660"/>
            <a:ext cx="13670280" cy="3708558"/>
          </a:xfrm>
        </p:spPr>
        <p:txBody>
          <a:bodyPr anchor="b"/>
          <a:lstStyle>
            <a:lvl1pPr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1405" y="5966303"/>
            <a:ext cx="13670280" cy="1950243"/>
          </a:xfrm>
        </p:spPr>
        <p:txBody>
          <a:bodyPr/>
          <a:lstStyle>
            <a:lvl1pPr marL="0" indent="0">
              <a:buNone/>
              <a:defRPr sz="3120">
                <a:solidFill>
                  <a:schemeClr val="tx1">
                    <a:tint val="82000"/>
                  </a:schemeClr>
                </a:solidFill>
              </a:defRPr>
            </a:lvl1pPr>
            <a:lvl2pPr marL="594360" indent="0">
              <a:buNone/>
              <a:defRPr sz="2600">
                <a:solidFill>
                  <a:schemeClr val="tx1">
                    <a:tint val="82000"/>
                  </a:schemeClr>
                </a:solidFill>
              </a:defRPr>
            </a:lvl2pPr>
            <a:lvl3pPr marL="1188720" indent="0">
              <a:buNone/>
              <a:defRPr sz="2340">
                <a:solidFill>
                  <a:schemeClr val="tx1">
                    <a:tint val="82000"/>
                  </a:schemeClr>
                </a:solidFill>
              </a:defRPr>
            </a:lvl3pPr>
            <a:lvl4pPr marL="178308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4pPr>
            <a:lvl5pPr marL="237744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5pPr>
            <a:lvl6pPr marL="297180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6pPr>
            <a:lvl7pPr marL="356616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7pPr>
            <a:lvl8pPr marL="416052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8pPr>
            <a:lvl9pPr marL="475488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2230-267C-431A-8169-41D027ABCFB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BD22-5932-4156-864E-2C2D556AB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1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9660" y="2373313"/>
            <a:ext cx="6736080" cy="5656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0" y="2373313"/>
            <a:ext cx="6736080" cy="5656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2230-267C-431A-8169-41D027ABCFB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BD22-5932-4156-864E-2C2D556AB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01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724" y="474663"/>
            <a:ext cx="13670280" cy="17232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1725" y="2185512"/>
            <a:ext cx="6705123" cy="1071086"/>
          </a:xfrm>
        </p:spPr>
        <p:txBody>
          <a:bodyPr anchor="b"/>
          <a:lstStyle>
            <a:lvl1pPr marL="0" indent="0">
              <a:buNone/>
              <a:defRPr sz="3120" b="1"/>
            </a:lvl1pPr>
            <a:lvl2pPr marL="594360" indent="0">
              <a:buNone/>
              <a:defRPr sz="2600" b="1"/>
            </a:lvl2pPr>
            <a:lvl3pPr marL="1188720" indent="0">
              <a:buNone/>
              <a:defRPr sz="2340" b="1"/>
            </a:lvl3pPr>
            <a:lvl4pPr marL="1783080" indent="0">
              <a:buNone/>
              <a:defRPr sz="2080" b="1"/>
            </a:lvl4pPr>
            <a:lvl5pPr marL="2377440" indent="0">
              <a:buNone/>
              <a:defRPr sz="2080" b="1"/>
            </a:lvl5pPr>
            <a:lvl6pPr marL="2971800" indent="0">
              <a:buNone/>
              <a:defRPr sz="2080" b="1"/>
            </a:lvl6pPr>
            <a:lvl7pPr marL="3566160" indent="0">
              <a:buNone/>
              <a:defRPr sz="2080" b="1"/>
            </a:lvl7pPr>
            <a:lvl8pPr marL="4160520" indent="0">
              <a:buNone/>
              <a:defRPr sz="2080" b="1"/>
            </a:lvl8pPr>
            <a:lvl9pPr marL="4754880" indent="0">
              <a:buNone/>
              <a:defRPr sz="2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1725" y="3256598"/>
            <a:ext cx="6705123" cy="47899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23860" y="2185512"/>
            <a:ext cx="6738144" cy="1071086"/>
          </a:xfrm>
        </p:spPr>
        <p:txBody>
          <a:bodyPr anchor="b"/>
          <a:lstStyle>
            <a:lvl1pPr marL="0" indent="0">
              <a:buNone/>
              <a:defRPr sz="3120" b="1"/>
            </a:lvl1pPr>
            <a:lvl2pPr marL="594360" indent="0">
              <a:buNone/>
              <a:defRPr sz="2600" b="1"/>
            </a:lvl2pPr>
            <a:lvl3pPr marL="1188720" indent="0">
              <a:buNone/>
              <a:defRPr sz="2340" b="1"/>
            </a:lvl3pPr>
            <a:lvl4pPr marL="1783080" indent="0">
              <a:buNone/>
              <a:defRPr sz="2080" b="1"/>
            </a:lvl4pPr>
            <a:lvl5pPr marL="2377440" indent="0">
              <a:buNone/>
              <a:defRPr sz="2080" b="1"/>
            </a:lvl5pPr>
            <a:lvl6pPr marL="2971800" indent="0">
              <a:buNone/>
              <a:defRPr sz="2080" b="1"/>
            </a:lvl6pPr>
            <a:lvl7pPr marL="3566160" indent="0">
              <a:buNone/>
              <a:defRPr sz="2080" b="1"/>
            </a:lvl7pPr>
            <a:lvl8pPr marL="4160520" indent="0">
              <a:buNone/>
              <a:defRPr sz="2080" b="1"/>
            </a:lvl8pPr>
            <a:lvl9pPr marL="4754880" indent="0">
              <a:buNone/>
              <a:defRPr sz="2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023860" y="3256598"/>
            <a:ext cx="6738144" cy="47899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2230-267C-431A-8169-41D027ABCFB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BD22-5932-4156-864E-2C2D556AB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68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2230-267C-431A-8169-41D027ABCFB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BD22-5932-4156-864E-2C2D556AB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92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2230-267C-431A-8169-41D027ABCFB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BD22-5932-4156-864E-2C2D556AB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57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725" y="594360"/>
            <a:ext cx="5111908" cy="2080260"/>
          </a:xfrm>
        </p:spPr>
        <p:txBody>
          <a:bodyPr anchor="b"/>
          <a:lstStyle>
            <a:lvl1pPr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8144" y="1283653"/>
            <a:ext cx="8023860" cy="6335713"/>
          </a:xfrm>
        </p:spPr>
        <p:txBody>
          <a:bodyPr/>
          <a:lstStyle>
            <a:lvl1pPr>
              <a:defRPr sz="4160"/>
            </a:lvl1pPr>
            <a:lvl2pPr>
              <a:defRPr sz="3640"/>
            </a:lvl2pPr>
            <a:lvl3pPr>
              <a:defRPr sz="312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1725" y="2674620"/>
            <a:ext cx="5111908" cy="4955064"/>
          </a:xfrm>
        </p:spPr>
        <p:txBody>
          <a:bodyPr/>
          <a:lstStyle>
            <a:lvl1pPr marL="0" indent="0">
              <a:buNone/>
              <a:defRPr sz="2080"/>
            </a:lvl1pPr>
            <a:lvl2pPr marL="594360" indent="0">
              <a:buNone/>
              <a:defRPr sz="1820"/>
            </a:lvl2pPr>
            <a:lvl3pPr marL="1188720" indent="0">
              <a:buNone/>
              <a:defRPr sz="1560"/>
            </a:lvl3pPr>
            <a:lvl4pPr marL="1783080" indent="0">
              <a:buNone/>
              <a:defRPr sz="1300"/>
            </a:lvl4pPr>
            <a:lvl5pPr marL="2377440" indent="0">
              <a:buNone/>
              <a:defRPr sz="1300"/>
            </a:lvl5pPr>
            <a:lvl6pPr marL="2971800" indent="0">
              <a:buNone/>
              <a:defRPr sz="1300"/>
            </a:lvl6pPr>
            <a:lvl7pPr marL="3566160" indent="0">
              <a:buNone/>
              <a:defRPr sz="1300"/>
            </a:lvl7pPr>
            <a:lvl8pPr marL="4160520" indent="0">
              <a:buNone/>
              <a:defRPr sz="1300"/>
            </a:lvl8pPr>
            <a:lvl9pPr marL="4754880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2230-267C-431A-8169-41D027ABCFB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BD22-5932-4156-864E-2C2D556AB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7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725" y="594360"/>
            <a:ext cx="5111908" cy="2080260"/>
          </a:xfrm>
        </p:spPr>
        <p:txBody>
          <a:bodyPr anchor="b"/>
          <a:lstStyle>
            <a:lvl1pPr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38144" y="1283653"/>
            <a:ext cx="8023860" cy="6335713"/>
          </a:xfrm>
        </p:spPr>
        <p:txBody>
          <a:bodyPr anchor="t"/>
          <a:lstStyle>
            <a:lvl1pPr marL="0" indent="0">
              <a:buNone/>
              <a:defRPr sz="4160"/>
            </a:lvl1pPr>
            <a:lvl2pPr marL="594360" indent="0">
              <a:buNone/>
              <a:defRPr sz="3640"/>
            </a:lvl2pPr>
            <a:lvl3pPr marL="1188720" indent="0">
              <a:buNone/>
              <a:defRPr sz="3120"/>
            </a:lvl3pPr>
            <a:lvl4pPr marL="1783080" indent="0">
              <a:buNone/>
              <a:defRPr sz="2600"/>
            </a:lvl4pPr>
            <a:lvl5pPr marL="2377440" indent="0">
              <a:buNone/>
              <a:defRPr sz="2600"/>
            </a:lvl5pPr>
            <a:lvl6pPr marL="2971800" indent="0">
              <a:buNone/>
              <a:defRPr sz="2600"/>
            </a:lvl6pPr>
            <a:lvl7pPr marL="3566160" indent="0">
              <a:buNone/>
              <a:defRPr sz="2600"/>
            </a:lvl7pPr>
            <a:lvl8pPr marL="4160520" indent="0">
              <a:buNone/>
              <a:defRPr sz="2600"/>
            </a:lvl8pPr>
            <a:lvl9pPr marL="4754880" indent="0">
              <a:buNone/>
              <a:defRPr sz="2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1725" y="2674620"/>
            <a:ext cx="5111908" cy="4955064"/>
          </a:xfrm>
        </p:spPr>
        <p:txBody>
          <a:bodyPr/>
          <a:lstStyle>
            <a:lvl1pPr marL="0" indent="0">
              <a:buNone/>
              <a:defRPr sz="2080"/>
            </a:lvl1pPr>
            <a:lvl2pPr marL="594360" indent="0">
              <a:buNone/>
              <a:defRPr sz="1820"/>
            </a:lvl2pPr>
            <a:lvl3pPr marL="1188720" indent="0">
              <a:buNone/>
              <a:defRPr sz="1560"/>
            </a:lvl3pPr>
            <a:lvl4pPr marL="1783080" indent="0">
              <a:buNone/>
              <a:defRPr sz="1300"/>
            </a:lvl4pPr>
            <a:lvl5pPr marL="2377440" indent="0">
              <a:buNone/>
              <a:defRPr sz="1300"/>
            </a:lvl5pPr>
            <a:lvl6pPr marL="2971800" indent="0">
              <a:buNone/>
              <a:defRPr sz="1300"/>
            </a:lvl6pPr>
            <a:lvl7pPr marL="3566160" indent="0">
              <a:buNone/>
              <a:defRPr sz="1300"/>
            </a:lvl7pPr>
            <a:lvl8pPr marL="4160520" indent="0">
              <a:buNone/>
              <a:defRPr sz="1300"/>
            </a:lvl8pPr>
            <a:lvl9pPr marL="4754880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2230-267C-431A-8169-41D027ABCFB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BD22-5932-4156-864E-2C2D556AB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3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2230-267C-431A-8169-41D027ABCFB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BD22-5932-4156-864E-2C2D556AB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2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42370" y="474663"/>
            <a:ext cx="3417570" cy="75553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9660" y="474663"/>
            <a:ext cx="10054590" cy="75553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2230-267C-431A-8169-41D027ABCFB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BD22-5932-4156-864E-2C2D556AB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8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9660" y="474663"/>
            <a:ext cx="13670280" cy="1723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9660" y="2373313"/>
            <a:ext cx="13670280" cy="5656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9660" y="8263255"/>
            <a:ext cx="3566160" cy="474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42230-267C-431A-8169-41D027ABCFB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50180" y="8263255"/>
            <a:ext cx="5349240" cy="474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3780" y="8263255"/>
            <a:ext cx="3566160" cy="474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1DBD22-5932-4156-864E-2C2D556AB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01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188720" rtl="0" eaLnBrk="1" latinLnBrk="0" hangingPunct="1">
        <a:lnSpc>
          <a:spcPct val="90000"/>
        </a:lnSpc>
        <a:spcBef>
          <a:spcPct val="0"/>
        </a:spcBef>
        <a:buNone/>
        <a:defRPr sz="5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72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590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8026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462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898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334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770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5206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72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308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744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7180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6052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488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FAD4763-8A4B-E53F-776A-366025F5431C}"/>
              </a:ext>
            </a:extLst>
          </p:cNvPr>
          <p:cNvSpPr/>
          <p:nvPr/>
        </p:nvSpPr>
        <p:spPr>
          <a:xfrm>
            <a:off x="1203693" y="5935180"/>
            <a:ext cx="14441539" cy="2822177"/>
          </a:xfrm>
          <a:prstGeom prst="roundRect">
            <a:avLst>
              <a:gd name="adj" fmla="val 237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99DBA09-1A5B-6A17-B49A-7EC1973525B3}"/>
              </a:ext>
            </a:extLst>
          </p:cNvPr>
          <p:cNvSpPr/>
          <p:nvPr/>
        </p:nvSpPr>
        <p:spPr>
          <a:xfrm>
            <a:off x="1224037" y="2980220"/>
            <a:ext cx="14421195" cy="2778849"/>
          </a:xfrm>
          <a:prstGeom prst="roundRect">
            <a:avLst>
              <a:gd name="adj" fmla="val 237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911D7E-7C17-40DF-8FA8-B31280BEA4F8}"/>
              </a:ext>
            </a:extLst>
          </p:cNvPr>
          <p:cNvCxnSpPr/>
          <p:nvPr/>
        </p:nvCxnSpPr>
        <p:spPr>
          <a:xfrm>
            <a:off x="1277815" y="37850"/>
            <a:ext cx="0" cy="640080"/>
          </a:xfrm>
          <a:prstGeom prst="line">
            <a:avLst/>
          </a:prstGeom>
          <a:ln w="476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862A48-60F2-2BB2-0052-E6AE74A12B53}"/>
              </a:ext>
            </a:extLst>
          </p:cNvPr>
          <p:cNvSpPr txBox="1"/>
          <p:nvPr/>
        </p:nvSpPr>
        <p:spPr>
          <a:xfrm>
            <a:off x="1453661" y="82060"/>
            <a:ext cx="2684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Overview</a:t>
            </a:r>
            <a:endParaRPr lang="en-US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24F828-DAE9-6F74-84B6-D3D21BE679FF}"/>
              </a:ext>
            </a:extLst>
          </p:cNvPr>
          <p:cNvSpPr/>
          <p:nvPr/>
        </p:nvSpPr>
        <p:spPr>
          <a:xfrm>
            <a:off x="35167" y="952218"/>
            <a:ext cx="1031630" cy="7805140"/>
          </a:xfrm>
          <a:prstGeom prst="roundRect">
            <a:avLst/>
          </a:prstGeom>
          <a:solidFill>
            <a:srgbClr val="4EA8DE">
              <a:alpha val="6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D07119-3F34-47E6-F4D5-904E864B48EF}"/>
              </a:ext>
            </a:extLst>
          </p:cNvPr>
          <p:cNvSpPr txBox="1"/>
          <p:nvPr/>
        </p:nvSpPr>
        <p:spPr>
          <a:xfrm>
            <a:off x="1203693" y="179965"/>
            <a:ext cx="308317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Overview</a:t>
            </a:r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9BD4E5-D754-764A-6C84-4DFA91320916}"/>
              </a:ext>
            </a:extLst>
          </p:cNvPr>
          <p:cNvSpPr/>
          <p:nvPr/>
        </p:nvSpPr>
        <p:spPr>
          <a:xfrm>
            <a:off x="1250363" y="952218"/>
            <a:ext cx="2715314" cy="1828800"/>
          </a:xfrm>
          <a:prstGeom prst="roundRect">
            <a:avLst>
              <a:gd name="adj" fmla="val 555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E4D767D-B6BC-83CB-8C14-E0750D7B8822}"/>
              </a:ext>
            </a:extLst>
          </p:cNvPr>
          <p:cNvSpPr/>
          <p:nvPr/>
        </p:nvSpPr>
        <p:spPr>
          <a:xfrm>
            <a:off x="12968045" y="952218"/>
            <a:ext cx="2715314" cy="1828800"/>
          </a:xfrm>
          <a:prstGeom prst="roundRect">
            <a:avLst>
              <a:gd name="adj" fmla="val 555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227C363-93EA-F462-5F3A-ECC5591B4AB7}"/>
              </a:ext>
            </a:extLst>
          </p:cNvPr>
          <p:cNvSpPr/>
          <p:nvPr/>
        </p:nvSpPr>
        <p:spPr>
          <a:xfrm>
            <a:off x="4179784" y="952218"/>
            <a:ext cx="2715314" cy="1828800"/>
          </a:xfrm>
          <a:prstGeom prst="roundRect">
            <a:avLst>
              <a:gd name="adj" fmla="val 555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00E41B5-C4BB-135D-CB78-FB2F33B56C69}"/>
              </a:ext>
            </a:extLst>
          </p:cNvPr>
          <p:cNvSpPr/>
          <p:nvPr/>
        </p:nvSpPr>
        <p:spPr>
          <a:xfrm>
            <a:off x="7109205" y="952218"/>
            <a:ext cx="2715314" cy="1828800"/>
          </a:xfrm>
          <a:prstGeom prst="roundRect">
            <a:avLst>
              <a:gd name="adj" fmla="val 555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64D25EE-D309-5D1A-87E2-DEABF78C824B}"/>
              </a:ext>
            </a:extLst>
          </p:cNvPr>
          <p:cNvSpPr/>
          <p:nvPr/>
        </p:nvSpPr>
        <p:spPr>
          <a:xfrm>
            <a:off x="10038626" y="952218"/>
            <a:ext cx="2715314" cy="1828800"/>
          </a:xfrm>
          <a:prstGeom prst="roundRect">
            <a:avLst>
              <a:gd name="adj" fmla="val 555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blue squares on a black background&#10;&#10;AI-generated content may be incorrect.">
            <a:extLst>
              <a:ext uri="{FF2B5EF4-FFF2-40B4-BE49-F238E27FC236}">
                <a16:creationId xmlns:a16="http://schemas.microsoft.com/office/drawing/2014/main" id="{3B82F8EF-E62E-CBF6-2C99-E9B549736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81" y="41551"/>
            <a:ext cx="861602" cy="861602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BE0764C-CB84-F4BF-AD67-D2F50D445B28}"/>
              </a:ext>
            </a:extLst>
          </p:cNvPr>
          <p:cNvCxnSpPr>
            <a:cxnSpLocks/>
          </p:cNvCxnSpPr>
          <p:nvPr/>
        </p:nvCxnSpPr>
        <p:spPr>
          <a:xfrm>
            <a:off x="9824519" y="3082974"/>
            <a:ext cx="0" cy="2573340"/>
          </a:xfrm>
          <a:prstGeom prst="line">
            <a:avLst/>
          </a:prstGeom>
          <a:ln>
            <a:solidFill>
              <a:srgbClr val="4EA8DE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DD7E1D9-835F-94D0-5010-23D3B725986F}"/>
              </a:ext>
            </a:extLst>
          </p:cNvPr>
          <p:cNvCxnSpPr>
            <a:cxnSpLocks/>
          </p:cNvCxnSpPr>
          <p:nvPr/>
        </p:nvCxnSpPr>
        <p:spPr>
          <a:xfrm>
            <a:off x="9827259" y="6036632"/>
            <a:ext cx="0" cy="2619273"/>
          </a:xfrm>
          <a:prstGeom prst="line">
            <a:avLst/>
          </a:prstGeom>
          <a:ln>
            <a:solidFill>
              <a:srgbClr val="4EA8DE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300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5F0C1-310B-3794-B390-DFD2D3808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2A28EF7-CCA0-D559-48EB-D937A5FFC43E}"/>
              </a:ext>
            </a:extLst>
          </p:cNvPr>
          <p:cNvSpPr/>
          <p:nvPr/>
        </p:nvSpPr>
        <p:spPr>
          <a:xfrm>
            <a:off x="1203693" y="5784982"/>
            <a:ext cx="14441539" cy="2972375"/>
          </a:xfrm>
          <a:prstGeom prst="roundRect">
            <a:avLst>
              <a:gd name="adj" fmla="val 237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8A9D23D-474F-6113-4BDB-D6423B52E965}"/>
              </a:ext>
            </a:extLst>
          </p:cNvPr>
          <p:cNvSpPr/>
          <p:nvPr/>
        </p:nvSpPr>
        <p:spPr>
          <a:xfrm>
            <a:off x="1224037" y="3245889"/>
            <a:ext cx="14421195" cy="2389315"/>
          </a:xfrm>
          <a:prstGeom prst="roundRect">
            <a:avLst>
              <a:gd name="adj" fmla="val 237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A30ED81-32A1-460C-12E7-23B2409A3D90}"/>
              </a:ext>
            </a:extLst>
          </p:cNvPr>
          <p:cNvSpPr/>
          <p:nvPr/>
        </p:nvSpPr>
        <p:spPr>
          <a:xfrm>
            <a:off x="249332" y="885130"/>
            <a:ext cx="14996160" cy="14287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C83B3A-0961-B71A-E0EC-79006E86D1B9}"/>
              </a:ext>
            </a:extLst>
          </p:cNvPr>
          <p:cNvSpPr/>
          <p:nvPr/>
        </p:nvSpPr>
        <p:spPr>
          <a:xfrm rot="16200000">
            <a:off x="-2102269" y="3612452"/>
            <a:ext cx="6521697" cy="14287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B54D34-575F-E014-B2EA-A5824D3118D6}"/>
              </a:ext>
            </a:extLst>
          </p:cNvPr>
          <p:cNvCxnSpPr/>
          <p:nvPr/>
        </p:nvCxnSpPr>
        <p:spPr>
          <a:xfrm>
            <a:off x="1277815" y="37850"/>
            <a:ext cx="0" cy="640080"/>
          </a:xfrm>
          <a:prstGeom prst="line">
            <a:avLst/>
          </a:prstGeom>
          <a:ln w="476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4A792E-7DC4-B84B-1D3B-0B07DDD0ADB4}"/>
              </a:ext>
            </a:extLst>
          </p:cNvPr>
          <p:cNvSpPr txBox="1"/>
          <p:nvPr/>
        </p:nvSpPr>
        <p:spPr>
          <a:xfrm>
            <a:off x="1453661" y="82060"/>
            <a:ext cx="2684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Overview</a:t>
            </a:r>
            <a:endParaRPr lang="en-US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7A27FF-BD3F-EF10-1D25-C82A9F5B3B55}"/>
              </a:ext>
            </a:extLst>
          </p:cNvPr>
          <p:cNvSpPr/>
          <p:nvPr/>
        </p:nvSpPr>
        <p:spPr>
          <a:xfrm>
            <a:off x="35167" y="952218"/>
            <a:ext cx="1031630" cy="7805140"/>
          </a:xfrm>
          <a:prstGeom prst="roundRect">
            <a:avLst/>
          </a:prstGeom>
          <a:solidFill>
            <a:schemeClr val="accent1">
              <a:alpha val="64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D40867E-FE83-1886-B12E-25F2C971F6AD}"/>
              </a:ext>
            </a:extLst>
          </p:cNvPr>
          <p:cNvSpPr/>
          <p:nvPr/>
        </p:nvSpPr>
        <p:spPr>
          <a:xfrm>
            <a:off x="0" y="-32145"/>
            <a:ext cx="15849600" cy="910372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A9717F-11FF-3EBA-DF18-2B8B9A714A7D}"/>
              </a:ext>
            </a:extLst>
          </p:cNvPr>
          <p:cNvSpPr txBox="1"/>
          <p:nvPr/>
        </p:nvSpPr>
        <p:spPr>
          <a:xfrm>
            <a:off x="771869" y="82060"/>
            <a:ext cx="3083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Overview</a:t>
            </a:r>
            <a:endParaRPr lang="en-US" dirty="0">
              <a:solidFill>
                <a:schemeClr val="bg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27C3C9-FEC4-83EF-1BFB-19C2996C79C9}"/>
              </a:ext>
            </a:extLst>
          </p:cNvPr>
          <p:cNvSpPr/>
          <p:nvPr/>
        </p:nvSpPr>
        <p:spPr>
          <a:xfrm>
            <a:off x="1250363" y="1023961"/>
            <a:ext cx="2715314" cy="2057400"/>
          </a:xfrm>
          <a:prstGeom prst="roundRect">
            <a:avLst>
              <a:gd name="adj" fmla="val 555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DFEEAF-05FD-FAB8-A59E-D944CC09C503}"/>
              </a:ext>
            </a:extLst>
          </p:cNvPr>
          <p:cNvSpPr/>
          <p:nvPr/>
        </p:nvSpPr>
        <p:spPr>
          <a:xfrm rot="16200000">
            <a:off x="12514293" y="3612452"/>
            <a:ext cx="6521697" cy="14287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F8E46B-5805-37C2-18F8-8F3F17E16CD6}"/>
              </a:ext>
            </a:extLst>
          </p:cNvPr>
          <p:cNvSpPr/>
          <p:nvPr/>
        </p:nvSpPr>
        <p:spPr>
          <a:xfrm>
            <a:off x="12968045" y="1023961"/>
            <a:ext cx="2715314" cy="2057400"/>
          </a:xfrm>
          <a:prstGeom prst="roundRect">
            <a:avLst>
              <a:gd name="adj" fmla="val 555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5832337-E203-C460-5ADF-72B023545235}"/>
              </a:ext>
            </a:extLst>
          </p:cNvPr>
          <p:cNvSpPr/>
          <p:nvPr/>
        </p:nvSpPr>
        <p:spPr>
          <a:xfrm>
            <a:off x="4179784" y="1023961"/>
            <a:ext cx="2715314" cy="2057400"/>
          </a:xfrm>
          <a:prstGeom prst="roundRect">
            <a:avLst>
              <a:gd name="adj" fmla="val 555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C1581A-9002-594D-F22C-4C9C9FD7B434}"/>
              </a:ext>
            </a:extLst>
          </p:cNvPr>
          <p:cNvSpPr/>
          <p:nvPr/>
        </p:nvSpPr>
        <p:spPr>
          <a:xfrm>
            <a:off x="7109205" y="1023961"/>
            <a:ext cx="2715314" cy="2057400"/>
          </a:xfrm>
          <a:prstGeom prst="roundRect">
            <a:avLst>
              <a:gd name="adj" fmla="val 555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AAACADE-C158-502E-D2E4-0369A7746C3A}"/>
              </a:ext>
            </a:extLst>
          </p:cNvPr>
          <p:cNvSpPr/>
          <p:nvPr/>
        </p:nvSpPr>
        <p:spPr>
          <a:xfrm>
            <a:off x="10038626" y="1023961"/>
            <a:ext cx="2715314" cy="2057400"/>
          </a:xfrm>
          <a:prstGeom prst="roundRect">
            <a:avLst>
              <a:gd name="adj" fmla="val 5556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760F608-3977-5003-F84E-2C2C62B09A88}"/>
              </a:ext>
            </a:extLst>
          </p:cNvPr>
          <p:cNvSpPr/>
          <p:nvPr/>
        </p:nvSpPr>
        <p:spPr>
          <a:xfrm>
            <a:off x="353605" y="3103014"/>
            <a:ext cx="14447520" cy="14287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5EEB59A-C1DF-293A-1329-AE8C0E48429E}"/>
              </a:ext>
            </a:extLst>
          </p:cNvPr>
          <p:cNvSpPr/>
          <p:nvPr/>
        </p:nvSpPr>
        <p:spPr>
          <a:xfrm>
            <a:off x="1087141" y="5635204"/>
            <a:ext cx="14904720" cy="14287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B5F90CF-C3B2-5A16-A6E5-E7079489391B}"/>
              </a:ext>
            </a:extLst>
          </p:cNvPr>
          <p:cNvSpPr/>
          <p:nvPr/>
        </p:nvSpPr>
        <p:spPr>
          <a:xfrm>
            <a:off x="798984" y="8772525"/>
            <a:ext cx="14904720" cy="14287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0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727</TotalTime>
  <Words>4</Words>
  <Application>Microsoft Office PowerPoint</Application>
  <PresentationFormat>Custom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Open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Ghanaym</dc:creator>
  <cp:lastModifiedBy>محمد محمد السيد حسن</cp:lastModifiedBy>
  <cp:revision>17</cp:revision>
  <dcterms:created xsi:type="dcterms:W3CDTF">2025-04-23T11:05:35Z</dcterms:created>
  <dcterms:modified xsi:type="dcterms:W3CDTF">2025-11-21T01:58:09Z</dcterms:modified>
</cp:coreProperties>
</file>