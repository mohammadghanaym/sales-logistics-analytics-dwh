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9" r:id="rId3"/>
    <p:sldId id="260" r:id="rId4"/>
    <p:sldId id="261" r:id="rId5"/>
    <p:sldId id="263" r:id="rId6"/>
    <p:sldId id="262" r:id="rId7"/>
  </p:sldIdLst>
  <p:sldSz cx="15849600" cy="8915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EA8DE"/>
    <a:srgbClr val="7400B8"/>
    <a:srgbClr val="5E60CE"/>
    <a:srgbClr val="72E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26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81200" y="1459072"/>
            <a:ext cx="11887200" cy="3103880"/>
          </a:xfrm>
        </p:spPr>
        <p:txBody>
          <a:bodyPr anchor="b"/>
          <a:lstStyle>
            <a:lvl1pPr algn="ctr">
              <a:defRPr sz="7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81200" y="4682649"/>
            <a:ext cx="11887200" cy="2152491"/>
          </a:xfrm>
        </p:spPr>
        <p:txBody>
          <a:bodyPr/>
          <a:lstStyle>
            <a:lvl1pPr marL="0" indent="0" algn="ctr">
              <a:buNone/>
              <a:defRPr sz="3120"/>
            </a:lvl1pPr>
            <a:lvl2pPr marL="594360" indent="0" algn="ctr">
              <a:buNone/>
              <a:defRPr sz="2600"/>
            </a:lvl2pPr>
            <a:lvl3pPr marL="1188720" indent="0" algn="ctr">
              <a:buNone/>
              <a:defRPr sz="2340"/>
            </a:lvl3pPr>
            <a:lvl4pPr marL="1783080" indent="0" algn="ctr">
              <a:buNone/>
              <a:defRPr sz="2080"/>
            </a:lvl4pPr>
            <a:lvl5pPr marL="2377440" indent="0" algn="ctr">
              <a:buNone/>
              <a:defRPr sz="2080"/>
            </a:lvl5pPr>
            <a:lvl6pPr marL="2971800" indent="0" algn="ctr">
              <a:buNone/>
              <a:defRPr sz="2080"/>
            </a:lvl6pPr>
            <a:lvl7pPr marL="3566160" indent="0" algn="ctr">
              <a:buNone/>
              <a:defRPr sz="2080"/>
            </a:lvl7pPr>
            <a:lvl8pPr marL="4160520" indent="0" algn="ctr">
              <a:buNone/>
              <a:defRPr sz="2080"/>
            </a:lvl8pPr>
            <a:lvl9pPr marL="4754880" indent="0" algn="ctr">
              <a:buNone/>
              <a:defRPr sz="20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176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3587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1405" y="2222660"/>
            <a:ext cx="13670280" cy="3708558"/>
          </a:xfrm>
        </p:spPr>
        <p:txBody>
          <a:bodyPr anchor="b"/>
          <a:lstStyle>
            <a:lvl1pPr>
              <a:defRPr sz="7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1405" y="5966303"/>
            <a:ext cx="13670280" cy="1950243"/>
          </a:xfrm>
        </p:spPr>
        <p:txBody>
          <a:bodyPr/>
          <a:lstStyle>
            <a:lvl1pPr marL="0" indent="0">
              <a:buNone/>
              <a:defRPr sz="3120">
                <a:solidFill>
                  <a:schemeClr val="tx1">
                    <a:tint val="82000"/>
                  </a:schemeClr>
                </a:solidFill>
              </a:defRPr>
            </a:lvl1pPr>
            <a:lvl2pPr marL="594360" indent="0">
              <a:buNone/>
              <a:defRPr sz="2600">
                <a:solidFill>
                  <a:schemeClr val="tx1">
                    <a:tint val="82000"/>
                  </a:schemeClr>
                </a:solidFill>
              </a:defRPr>
            </a:lvl2pPr>
            <a:lvl3pPr marL="1188720" indent="0">
              <a:buNone/>
              <a:defRPr sz="2340">
                <a:solidFill>
                  <a:schemeClr val="tx1">
                    <a:tint val="82000"/>
                  </a:schemeClr>
                </a:solidFill>
              </a:defRPr>
            </a:lvl3pPr>
            <a:lvl4pPr marL="1783080" indent="0">
              <a:buNone/>
              <a:defRPr sz="2080">
                <a:solidFill>
                  <a:schemeClr val="tx1">
                    <a:tint val="82000"/>
                  </a:schemeClr>
                </a:solidFill>
              </a:defRPr>
            </a:lvl4pPr>
            <a:lvl5pPr marL="2377440" indent="0">
              <a:buNone/>
              <a:defRPr sz="2080">
                <a:solidFill>
                  <a:schemeClr val="tx1">
                    <a:tint val="82000"/>
                  </a:schemeClr>
                </a:solidFill>
              </a:defRPr>
            </a:lvl5pPr>
            <a:lvl6pPr marL="2971800" indent="0">
              <a:buNone/>
              <a:defRPr sz="2080">
                <a:solidFill>
                  <a:schemeClr val="tx1">
                    <a:tint val="82000"/>
                  </a:schemeClr>
                </a:solidFill>
              </a:defRPr>
            </a:lvl6pPr>
            <a:lvl7pPr marL="3566160" indent="0">
              <a:buNone/>
              <a:defRPr sz="2080">
                <a:solidFill>
                  <a:schemeClr val="tx1">
                    <a:tint val="82000"/>
                  </a:schemeClr>
                </a:solidFill>
              </a:defRPr>
            </a:lvl7pPr>
            <a:lvl8pPr marL="4160520" indent="0">
              <a:buNone/>
              <a:defRPr sz="2080">
                <a:solidFill>
                  <a:schemeClr val="tx1">
                    <a:tint val="82000"/>
                  </a:schemeClr>
                </a:solidFill>
              </a:defRPr>
            </a:lvl8pPr>
            <a:lvl9pPr marL="4754880" indent="0">
              <a:buNone/>
              <a:defRPr sz="20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314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89660" y="2373313"/>
            <a:ext cx="6736080" cy="56567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023860" y="2373313"/>
            <a:ext cx="6736080" cy="56567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401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1724" y="474663"/>
            <a:ext cx="13670280" cy="17232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1725" y="2185512"/>
            <a:ext cx="6705123" cy="1071086"/>
          </a:xfrm>
        </p:spPr>
        <p:txBody>
          <a:bodyPr anchor="b"/>
          <a:lstStyle>
            <a:lvl1pPr marL="0" indent="0">
              <a:buNone/>
              <a:defRPr sz="3120" b="1"/>
            </a:lvl1pPr>
            <a:lvl2pPr marL="594360" indent="0">
              <a:buNone/>
              <a:defRPr sz="2600" b="1"/>
            </a:lvl2pPr>
            <a:lvl3pPr marL="1188720" indent="0">
              <a:buNone/>
              <a:defRPr sz="2340" b="1"/>
            </a:lvl3pPr>
            <a:lvl4pPr marL="1783080" indent="0">
              <a:buNone/>
              <a:defRPr sz="2080" b="1"/>
            </a:lvl4pPr>
            <a:lvl5pPr marL="2377440" indent="0">
              <a:buNone/>
              <a:defRPr sz="2080" b="1"/>
            </a:lvl5pPr>
            <a:lvl6pPr marL="2971800" indent="0">
              <a:buNone/>
              <a:defRPr sz="2080" b="1"/>
            </a:lvl6pPr>
            <a:lvl7pPr marL="3566160" indent="0">
              <a:buNone/>
              <a:defRPr sz="2080" b="1"/>
            </a:lvl7pPr>
            <a:lvl8pPr marL="4160520" indent="0">
              <a:buNone/>
              <a:defRPr sz="2080" b="1"/>
            </a:lvl8pPr>
            <a:lvl9pPr marL="4754880" indent="0">
              <a:buNone/>
              <a:defRPr sz="2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1725" y="3256598"/>
            <a:ext cx="6705123" cy="47899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023860" y="2185512"/>
            <a:ext cx="6738144" cy="1071086"/>
          </a:xfrm>
        </p:spPr>
        <p:txBody>
          <a:bodyPr anchor="b"/>
          <a:lstStyle>
            <a:lvl1pPr marL="0" indent="0">
              <a:buNone/>
              <a:defRPr sz="3120" b="1"/>
            </a:lvl1pPr>
            <a:lvl2pPr marL="594360" indent="0">
              <a:buNone/>
              <a:defRPr sz="2600" b="1"/>
            </a:lvl2pPr>
            <a:lvl3pPr marL="1188720" indent="0">
              <a:buNone/>
              <a:defRPr sz="2340" b="1"/>
            </a:lvl3pPr>
            <a:lvl4pPr marL="1783080" indent="0">
              <a:buNone/>
              <a:defRPr sz="2080" b="1"/>
            </a:lvl4pPr>
            <a:lvl5pPr marL="2377440" indent="0">
              <a:buNone/>
              <a:defRPr sz="2080" b="1"/>
            </a:lvl5pPr>
            <a:lvl6pPr marL="2971800" indent="0">
              <a:buNone/>
              <a:defRPr sz="2080" b="1"/>
            </a:lvl6pPr>
            <a:lvl7pPr marL="3566160" indent="0">
              <a:buNone/>
              <a:defRPr sz="2080" b="1"/>
            </a:lvl7pPr>
            <a:lvl8pPr marL="4160520" indent="0">
              <a:buNone/>
              <a:defRPr sz="2080" b="1"/>
            </a:lvl8pPr>
            <a:lvl9pPr marL="4754880" indent="0">
              <a:buNone/>
              <a:defRPr sz="2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023860" y="3256598"/>
            <a:ext cx="6738144" cy="47899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268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4929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357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1725" y="594360"/>
            <a:ext cx="5111908" cy="2080260"/>
          </a:xfrm>
        </p:spPr>
        <p:txBody>
          <a:bodyPr anchor="b"/>
          <a:lstStyle>
            <a:lvl1pPr>
              <a:defRPr sz="41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8144" y="1283653"/>
            <a:ext cx="8023860" cy="6335713"/>
          </a:xfrm>
        </p:spPr>
        <p:txBody>
          <a:bodyPr/>
          <a:lstStyle>
            <a:lvl1pPr>
              <a:defRPr sz="4160"/>
            </a:lvl1pPr>
            <a:lvl2pPr>
              <a:defRPr sz="3640"/>
            </a:lvl2pPr>
            <a:lvl3pPr>
              <a:defRPr sz="3120"/>
            </a:lvl3pPr>
            <a:lvl4pPr>
              <a:defRPr sz="2600"/>
            </a:lvl4pPr>
            <a:lvl5pPr>
              <a:defRPr sz="2600"/>
            </a:lvl5pPr>
            <a:lvl6pPr>
              <a:defRPr sz="2600"/>
            </a:lvl6pPr>
            <a:lvl7pPr>
              <a:defRPr sz="2600"/>
            </a:lvl7pPr>
            <a:lvl8pPr>
              <a:defRPr sz="2600"/>
            </a:lvl8pPr>
            <a:lvl9pPr>
              <a:defRPr sz="2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1725" y="2674620"/>
            <a:ext cx="5111908" cy="4955064"/>
          </a:xfrm>
        </p:spPr>
        <p:txBody>
          <a:bodyPr/>
          <a:lstStyle>
            <a:lvl1pPr marL="0" indent="0">
              <a:buNone/>
              <a:defRPr sz="2080"/>
            </a:lvl1pPr>
            <a:lvl2pPr marL="594360" indent="0">
              <a:buNone/>
              <a:defRPr sz="1820"/>
            </a:lvl2pPr>
            <a:lvl3pPr marL="1188720" indent="0">
              <a:buNone/>
              <a:defRPr sz="1560"/>
            </a:lvl3pPr>
            <a:lvl4pPr marL="1783080" indent="0">
              <a:buNone/>
              <a:defRPr sz="1300"/>
            </a:lvl4pPr>
            <a:lvl5pPr marL="2377440" indent="0">
              <a:buNone/>
              <a:defRPr sz="1300"/>
            </a:lvl5pPr>
            <a:lvl6pPr marL="2971800" indent="0">
              <a:buNone/>
              <a:defRPr sz="1300"/>
            </a:lvl6pPr>
            <a:lvl7pPr marL="3566160" indent="0">
              <a:buNone/>
              <a:defRPr sz="1300"/>
            </a:lvl7pPr>
            <a:lvl8pPr marL="4160520" indent="0">
              <a:buNone/>
              <a:defRPr sz="1300"/>
            </a:lvl8pPr>
            <a:lvl9pPr marL="4754880" indent="0">
              <a:buNone/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977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1725" y="594360"/>
            <a:ext cx="5111908" cy="2080260"/>
          </a:xfrm>
        </p:spPr>
        <p:txBody>
          <a:bodyPr anchor="b"/>
          <a:lstStyle>
            <a:lvl1pPr>
              <a:defRPr sz="41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38144" y="1283653"/>
            <a:ext cx="8023860" cy="6335713"/>
          </a:xfrm>
        </p:spPr>
        <p:txBody>
          <a:bodyPr anchor="t"/>
          <a:lstStyle>
            <a:lvl1pPr marL="0" indent="0">
              <a:buNone/>
              <a:defRPr sz="4160"/>
            </a:lvl1pPr>
            <a:lvl2pPr marL="594360" indent="0">
              <a:buNone/>
              <a:defRPr sz="3640"/>
            </a:lvl2pPr>
            <a:lvl3pPr marL="1188720" indent="0">
              <a:buNone/>
              <a:defRPr sz="3120"/>
            </a:lvl3pPr>
            <a:lvl4pPr marL="1783080" indent="0">
              <a:buNone/>
              <a:defRPr sz="2600"/>
            </a:lvl4pPr>
            <a:lvl5pPr marL="2377440" indent="0">
              <a:buNone/>
              <a:defRPr sz="2600"/>
            </a:lvl5pPr>
            <a:lvl6pPr marL="2971800" indent="0">
              <a:buNone/>
              <a:defRPr sz="2600"/>
            </a:lvl6pPr>
            <a:lvl7pPr marL="3566160" indent="0">
              <a:buNone/>
              <a:defRPr sz="2600"/>
            </a:lvl7pPr>
            <a:lvl8pPr marL="4160520" indent="0">
              <a:buNone/>
              <a:defRPr sz="2600"/>
            </a:lvl8pPr>
            <a:lvl9pPr marL="4754880" indent="0">
              <a:buNone/>
              <a:defRPr sz="2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1725" y="2674620"/>
            <a:ext cx="5111908" cy="4955064"/>
          </a:xfrm>
        </p:spPr>
        <p:txBody>
          <a:bodyPr/>
          <a:lstStyle>
            <a:lvl1pPr marL="0" indent="0">
              <a:buNone/>
              <a:defRPr sz="2080"/>
            </a:lvl1pPr>
            <a:lvl2pPr marL="594360" indent="0">
              <a:buNone/>
              <a:defRPr sz="1820"/>
            </a:lvl2pPr>
            <a:lvl3pPr marL="1188720" indent="0">
              <a:buNone/>
              <a:defRPr sz="1560"/>
            </a:lvl3pPr>
            <a:lvl4pPr marL="1783080" indent="0">
              <a:buNone/>
              <a:defRPr sz="1300"/>
            </a:lvl4pPr>
            <a:lvl5pPr marL="2377440" indent="0">
              <a:buNone/>
              <a:defRPr sz="1300"/>
            </a:lvl5pPr>
            <a:lvl6pPr marL="2971800" indent="0">
              <a:buNone/>
              <a:defRPr sz="1300"/>
            </a:lvl6pPr>
            <a:lvl7pPr marL="3566160" indent="0">
              <a:buNone/>
              <a:defRPr sz="1300"/>
            </a:lvl7pPr>
            <a:lvl8pPr marL="4160520" indent="0">
              <a:buNone/>
              <a:defRPr sz="1300"/>
            </a:lvl8pPr>
            <a:lvl9pPr marL="4754880" indent="0">
              <a:buNone/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234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52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42370" y="474663"/>
            <a:ext cx="3417570" cy="755538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89660" y="474663"/>
            <a:ext cx="10054590" cy="75553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58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89660" y="474663"/>
            <a:ext cx="13670280" cy="17232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9660" y="2373313"/>
            <a:ext cx="13670280" cy="56567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89660" y="8263255"/>
            <a:ext cx="3566160" cy="474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D42230-267C-431A-8169-41D027ABCFB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50180" y="8263255"/>
            <a:ext cx="5349240" cy="474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93780" y="8263255"/>
            <a:ext cx="3566160" cy="474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301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188720" rtl="0" eaLnBrk="1" latinLnBrk="0" hangingPunct="1">
        <a:lnSpc>
          <a:spcPct val="90000"/>
        </a:lnSpc>
        <a:spcBef>
          <a:spcPct val="0"/>
        </a:spcBef>
        <a:buNone/>
        <a:defRPr sz="57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720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Char char="•"/>
        <a:defRPr sz="3640" kern="1200">
          <a:solidFill>
            <a:schemeClr val="tx1"/>
          </a:solidFill>
          <a:latin typeface="+mn-lt"/>
          <a:ea typeface="+mn-ea"/>
          <a:cs typeface="+mn-cs"/>
        </a:defRPr>
      </a:lvl1pPr>
      <a:lvl2pPr marL="89154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590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8026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462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898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334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770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5206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436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72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308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744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7180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6052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488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FAD4763-8A4B-E53F-776A-366025F5431C}"/>
              </a:ext>
            </a:extLst>
          </p:cNvPr>
          <p:cNvSpPr/>
          <p:nvPr/>
        </p:nvSpPr>
        <p:spPr>
          <a:xfrm>
            <a:off x="1203693" y="5935180"/>
            <a:ext cx="14441539" cy="2822177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99DBA09-1A5B-6A17-B49A-7EC1973525B3}"/>
              </a:ext>
            </a:extLst>
          </p:cNvPr>
          <p:cNvSpPr/>
          <p:nvPr/>
        </p:nvSpPr>
        <p:spPr>
          <a:xfrm>
            <a:off x="1224037" y="2980220"/>
            <a:ext cx="14421195" cy="2778849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9911D7E-7C17-40DF-8FA8-B31280BEA4F8}"/>
              </a:ext>
            </a:extLst>
          </p:cNvPr>
          <p:cNvCxnSpPr/>
          <p:nvPr/>
        </p:nvCxnSpPr>
        <p:spPr>
          <a:xfrm>
            <a:off x="1277815" y="37850"/>
            <a:ext cx="0" cy="640080"/>
          </a:xfrm>
          <a:prstGeom prst="line">
            <a:avLst/>
          </a:prstGeom>
          <a:ln w="4762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F862A48-60F2-2BB2-0052-E6AE74A12B53}"/>
              </a:ext>
            </a:extLst>
          </p:cNvPr>
          <p:cNvSpPr txBox="1"/>
          <p:nvPr/>
        </p:nvSpPr>
        <p:spPr>
          <a:xfrm>
            <a:off x="1453661" y="82060"/>
            <a:ext cx="2684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Overview</a:t>
            </a:r>
            <a:endParaRPr lang="en-US" dirty="0">
              <a:solidFill>
                <a:schemeClr val="bg1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E24F828-DAE9-6F74-84B6-D3D21BE679FF}"/>
              </a:ext>
            </a:extLst>
          </p:cNvPr>
          <p:cNvSpPr/>
          <p:nvPr/>
        </p:nvSpPr>
        <p:spPr>
          <a:xfrm>
            <a:off x="35167" y="952218"/>
            <a:ext cx="1031630" cy="7805140"/>
          </a:xfrm>
          <a:prstGeom prst="roundRect">
            <a:avLst/>
          </a:prstGeom>
          <a:solidFill>
            <a:srgbClr val="4EA8DE">
              <a:alpha val="65000"/>
            </a:srgb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D07119-3F34-47E6-F4D5-904E864B48EF}"/>
              </a:ext>
            </a:extLst>
          </p:cNvPr>
          <p:cNvSpPr txBox="1"/>
          <p:nvPr/>
        </p:nvSpPr>
        <p:spPr>
          <a:xfrm>
            <a:off x="1203693" y="179965"/>
            <a:ext cx="308317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Overview</a:t>
            </a:r>
            <a:endParaRPr lang="en-US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09BD4E5-D754-764A-6C84-4DFA91320916}"/>
              </a:ext>
            </a:extLst>
          </p:cNvPr>
          <p:cNvSpPr/>
          <p:nvPr/>
        </p:nvSpPr>
        <p:spPr>
          <a:xfrm>
            <a:off x="1250363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E4D767D-B6BC-83CB-8C14-E0750D7B8822}"/>
              </a:ext>
            </a:extLst>
          </p:cNvPr>
          <p:cNvSpPr/>
          <p:nvPr/>
        </p:nvSpPr>
        <p:spPr>
          <a:xfrm>
            <a:off x="12968045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227C363-93EA-F462-5F3A-ECC5591B4AB7}"/>
              </a:ext>
            </a:extLst>
          </p:cNvPr>
          <p:cNvSpPr/>
          <p:nvPr/>
        </p:nvSpPr>
        <p:spPr>
          <a:xfrm>
            <a:off x="4179784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00E41B5-C4BB-135D-CB78-FB2F33B56C69}"/>
              </a:ext>
            </a:extLst>
          </p:cNvPr>
          <p:cNvSpPr/>
          <p:nvPr/>
        </p:nvSpPr>
        <p:spPr>
          <a:xfrm>
            <a:off x="7109205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64D25EE-D309-5D1A-87E2-DEABF78C824B}"/>
              </a:ext>
            </a:extLst>
          </p:cNvPr>
          <p:cNvSpPr/>
          <p:nvPr/>
        </p:nvSpPr>
        <p:spPr>
          <a:xfrm>
            <a:off x="10038626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A blue squares on a black background&#10;&#10;AI-generated content may be incorrect.">
            <a:extLst>
              <a:ext uri="{FF2B5EF4-FFF2-40B4-BE49-F238E27FC236}">
                <a16:creationId xmlns:a16="http://schemas.microsoft.com/office/drawing/2014/main" id="{3B82F8EF-E62E-CBF6-2C99-E9B5497362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181" y="41551"/>
            <a:ext cx="861602" cy="861602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BE0764C-CB84-F4BF-AD67-D2F50D445B28}"/>
              </a:ext>
            </a:extLst>
          </p:cNvPr>
          <p:cNvCxnSpPr>
            <a:cxnSpLocks/>
          </p:cNvCxnSpPr>
          <p:nvPr/>
        </p:nvCxnSpPr>
        <p:spPr>
          <a:xfrm>
            <a:off x="9824519" y="3082974"/>
            <a:ext cx="0" cy="2573340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DD7E1D9-835F-94D0-5010-23D3B725986F}"/>
              </a:ext>
            </a:extLst>
          </p:cNvPr>
          <p:cNvCxnSpPr>
            <a:cxnSpLocks/>
          </p:cNvCxnSpPr>
          <p:nvPr/>
        </p:nvCxnSpPr>
        <p:spPr>
          <a:xfrm>
            <a:off x="9827259" y="6036632"/>
            <a:ext cx="0" cy="2619273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93003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08F1E-DE2D-ACFB-DA3F-EB2B8D7BA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66170E66-B688-A76F-E5D0-2F3A3EA48D53}"/>
              </a:ext>
            </a:extLst>
          </p:cNvPr>
          <p:cNvSpPr/>
          <p:nvPr/>
        </p:nvSpPr>
        <p:spPr>
          <a:xfrm>
            <a:off x="1203693" y="5943600"/>
            <a:ext cx="14441539" cy="2813757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43A2E07-B313-D702-F568-40B4D80509A4}"/>
              </a:ext>
            </a:extLst>
          </p:cNvPr>
          <p:cNvSpPr/>
          <p:nvPr/>
        </p:nvSpPr>
        <p:spPr>
          <a:xfrm>
            <a:off x="1224037" y="2798638"/>
            <a:ext cx="14421195" cy="3004283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FECF2F-2AD5-5462-EFFD-6776EC177F35}"/>
              </a:ext>
            </a:extLst>
          </p:cNvPr>
          <p:cNvCxnSpPr/>
          <p:nvPr/>
        </p:nvCxnSpPr>
        <p:spPr>
          <a:xfrm>
            <a:off x="1277815" y="37850"/>
            <a:ext cx="0" cy="640080"/>
          </a:xfrm>
          <a:prstGeom prst="line">
            <a:avLst/>
          </a:prstGeom>
          <a:ln w="4762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F89810D-25B3-FC8E-9BC5-71C33D67BDF2}"/>
              </a:ext>
            </a:extLst>
          </p:cNvPr>
          <p:cNvSpPr txBox="1"/>
          <p:nvPr/>
        </p:nvSpPr>
        <p:spPr>
          <a:xfrm>
            <a:off x="1453661" y="82060"/>
            <a:ext cx="2684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Overview</a:t>
            </a:r>
            <a:endParaRPr lang="en-US" dirty="0">
              <a:solidFill>
                <a:schemeClr val="bg1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74EA496-E8B9-B262-9375-3CA108DD1BD8}"/>
              </a:ext>
            </a:extLst>
          </p:cNvPr>
          <p:cNvSpPr/>
          <p:nvPr/>
        </p:nvSpPr>
        <p:spPr>
          <a:xfrm>
            <a:off x="35167" y="952218"/>
            <a:ext cx="1031630" cy="7805140"/>
          </a:xfrm>
          <a:prstGeom prst="roundRect">
            <a:avLst/>
          </a:prstGeom>
          <a:solidFill>
            <a:srgbClr val="4EA8DE">
              <a:alpha val="65000"/>
            </a:srgb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5BC3F6-0510-E6F4-AAEA-1E2F7E032B91}"/>
              </a:ext>
            </a:extLst>
          </p:cNvPr>
          <p:cNvSpPr txBox="1"/>
          <p:nvPr/>
        </p:nvSpPr>
        <p:spPr>
          <a:xfrm>
            <a:off x="1203692" y="179965"/>
            <a:ext cx="4505445" cy="8617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Product Performance</a:t>
            </a:r>
          </a:p>
          <a:p>
            <a:endParaRPr lang="en-US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1216755-E582-D680-233F-120575BF36BF}"/>
              </a:ext>
            </a:extLst>
          </p:cNvPr>
          <p:cNvSpPr/>
          <p:nvPr/>
        </p:nvSpPr>
        <p:spPr>
          <a:xfrm>
            <a:off x="1250363" y="952218"/>
            <a:ext cx="2715314" cy="164592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A7E632B-676A-1621-B404-08B32C651E4E}"/>
              </a:ext>
            </a:extLst>
          </p:cNvPr>
          <p:cNvSpPr/>
          <p:nvPr/>
        </p:nvSpPr>
        <p:spPr>
          <a:xfrm>
            <a:off x="12968045" y="952218"/>
            <a:ext cx="2715314" cy="164592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6372685-F6EE-DE28-6B85-30E8A29D76D5}"/>
              </a:ext>
            </a:extLst>
          </p:cNvPr>
          <p:cNvSpPr/>
          <p:nvPr/>
        </p:nvSpPr>
        <p:spPr>
          <a:xfrm>
            <a:off x="4179784" y="952218"/>
            <a:ext cx="2715314" cy="164592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AAE2455-28C1-3A85-C395-16808A8880A0}"/>
              </a:ext>
            </a:extLst>
          </p:cNvPr>
          <p:cNvSpPr/>
          <p:nvPr/>
        </p:nvSpPr>
        <p:spPr>
          <a:xfrm>
            <a:off x="7109205" y="952218"/>
            <a:ext cx="2715314" cy="164592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E09C6F7-81A0-6EBA-286E-DD62499DD69B}"/>
              </a:ext>
            </a:extLst>
          </p:cNvPr>
          <p:cNvSpPr/>
          <p:nvPr/>
        </p:nvSpPr>
        <p:spPr>
          <a:xfrm>
            <a:off x="10038626" y="952218"/>
            <a:ext cx="2715314" cy="164592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163DA8F8-DFF4-0B02-10EB-6AB9A82BAC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0181" y="41551"/>
            <a:ext cx="861602" cy="861602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BBF375B-7B99-AD87-37F7-5B80471A5C01}"/>
              </a:ext>
            </a:extLst>
          </p:cNvPr>
          <p:cNvCxnSpPr>
            <a:cxnSpLocks/>
          </p:cNvCxnSpPr>
          <p:nvPr/>
        </p:nvCxnSpPr>
        <p:spPr>
          <a:xfrm>
            <a:off x="8434634" y="3014109"/>
            <a:ext cx="0" cy="2573340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F9C1D92-1FC8-13F7-1F83-6A84876E4B0C}"/>
              </a:ext>
            </a:extLst>
          </p:cNvPr>
          <p:cNvCxnSpPr>
            <a:cxnSpLocks/>
          </p:cNvCxnSpPr>
          <p:nvPr/>
        </p:nvCxnSpPr>
        <p:spPr>
          <a:xfrm>
            <a:off x="8424462" y="6040842"/>
            <a:ext cx="0" cy="2619273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6619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4AE8E-6DBF-A87F-3724-B51A0F73E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6788964-626F-1364-DBA4-AD530C854789}"/>
              </a:ext>
            </a:extLst>
          </p:cNvPr>
          <p:cNvSpPr/>
          <p:nvPr/>
        </p:nvSpPr>
        <p:spPr>
          <a:xfrm>
            <a:off x="1203693" y="5434298"/>
            <a:ext cx="14441539" cy="3323060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57E39F2-A6F1-0F3A-B51B-FA450E5CA037}"/>
              </a:ext>
            </a:extLst>
          </p:cNvPr>
          <p:cNvSpPr/>
          <p:nvPr/>
        </p:nvSpPr>
        <p:spPr>
          <a:xfrm>
            <a:off x="1224037" y="1769237"/>
            <a:ext cx="14421195" cy="3480752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0E8BB5-3F6C-0FEB-C9ED-C3F23D917AEE}"/>
              </a:ext>
            </a:extLst>
          </p:cNvPr>
          <p:cNvCxnSpPr/>
          <p:nvPr/>
        </p:nvCxnSpPr>
        <p:spPr>
          <a:xfrm>
            <a:off x="1277815" y="37850"/>
            <a:ext cx="0" cy="640080"/>
          </a:xfrm>
          <a:prstGeom prst="line">
            <a:avLst/>
          </a:prstGeom>
          <a:ln w="4762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D96B9B9-23D7-8475-DEFA-E04EDD82308A}"/>
              </a:ext>
            </a:extLst>
          </p:cNvPr>
          <p:cNvSpPr txBox="1"/>
          <p:nvPr/>
        </p:nvSpPr>
        <p:spPr>
          <a:xfrm>
            <a:off x="1453661" y="82060"/>
            <a:ext cx="2684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Overview</a:t>
            </a:r>
            <a:endParaRPr lang="en-US" dirty="0">
              <a:solidFill>
                <a:schemeClr val="bg1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568F351-FB5B-2ECA-3137-115B78EAC7BE}"/>
              </a:ext>
            </a:extLst>
          </p:cNvPr>
          <p:cNvSpPr/>
          <p:nvPr/>
        </p:nvSpPr>
        <p:spPr>
          <a:xfrm>
            <a:off x="35167" y="952218"/>
            <a:ext cx="1031630" cy="7805140"/>
          </a:xfrm>
          <a:prstGeom prst="roundRect">
            <a:avLst/>
          </a:prstGeom>
          <a:solidFill>
            <a:srgbClr val="4EA8DE">
              <a:alpha val="65000"/>
            </a:srgb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2E583C-D8FA-56B7-568A-AC5B95FAE8F7}"/>
              </a:ext>
            </a:extLst>
          </p:cNvPr>
          <p:cNvSpPr txBox="1"/>
          <p:nvPr/>
        </p:nvSpPr>
        <p:spPr>
          <a:xfrm>
            <a:off x="1203692" y="179965"/>
            <a:ext cx="5419845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Time &amp; Seasonality Analysis</a:t>
            </a:r>
            <a:endParaRPr lang="en-US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18B6DD8-4A16-2D70-1D7B-C331A937B1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0181" y="41551"/>
            <a:ext cx="861602" cy="861602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CE799BD-0C6A-C206-5898-29589730865C}"/>
              </a:ext>
            </a:extLst>
          </p:cNvPr>
          <p:cNvCxnSpPr>
            <a:cxnSpLocks/>
          </p:cNvCxnSpPr>
          <p:nvPr/>
        </p:nvCxnSpPr>
        <p:spPr>
          <a:xfrm>
            <a:off x="8434634" y="2222943"/>
            <a:ext cx="0" cy="2573340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D2EF405-5684-349B-8D3A-5041E057C78D}"/>
              </a:ext>
            </a:extLst>
          </p:cNvPr>
          <p:cNvCxnSpPr>
            <a:cxnSpLocks/>
          </p:cNvCxnSpPr>
          <p:nvPr/>
        </p:nvCxnSpPr>
        <p:spPr>
          <a:xfrm>
            <a:off x="8424462" y="5786192"/>
            <a:ext cx="0" cy="2619273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Top Corners Rounded 7">
            <a:extLst>
              <a:ext uri="{FF2B5EF4-FFF2-40B4-BE49-F238E27FC236}">
                <a16:creationId xmlns:a16="http://schemas.microsoft.com/office/drawing/2014/main" id="{D0F109D8-1177-ED40-FE50-EEB98F0DF418}"/>
              </a:ext>
            </a:extLst>
          </p:cNvPr>
          <p:cNvSpPr/>
          <p:nvPr/>
        </p:nvSpPr>
        <p:spPr>
          <a:xfrm>
            <a:off x="4019151" y="949050"/>
            <a:ext cx="8810621" cy="820186"/>
          </a:xfrm>
          <a:prstGeom prst="round2SameRect">
            <a:avLst/>
          </a:prstGeom>
          <a:solidFill>
            <a:schemeClr val="bg1"/>
          </a:solidFill>
          <a:ln>
            <a:solidFill>
              <a:srgbClr val="4EA8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gradFill>
                  <a:gsLst>
                    <a:gs pos="0">
                      <a:schemeClr val="accent1">
                        <a:lumMod val="0"/>
                        <a:lumOff val="100000"/>
                      </a:schemeClr>
                    </a:gs>
                    <a:gs pos="74000">
                      <a:schemeClr val="accent1">
                        <a:lumMod val="45000"/>
                        <a:lumOff val="55000"/>
                      </a:schemeClr>
                    </a:gs>
                    <a:gs pos="83000">
                      <a:schemeClr val="accent1">
                        <a:lumMod val="45000"/>
                        <a:lumOff val="55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5400000" scaled="1"/>
                </a:gra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4972503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EC466-4754-5E97-3600-F8845E12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BC037BD8-0CCD-E36E-A208-1B2A8EBD5E7B}"/>
              </a:ext>
            </a:extLst>
          </p:cNvPr>
          <p:cNvSpPr/>
          <p:nvPr/>
        </p:nvSpPr>
        <p:spPr>
          <a:xfrm>
            <a:off x="1203693" y="5594324"/>
            <a:ext cx="14441539" cy="3163034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69F69274-B86C-BFFB-FC5C-61B0EA417031}"/>
              </a:ext>
            </a:extLst>
          </p:cNvPr>
          <p:cNvSpPr/>
          <p:nvPr/>
        </p:nvSpPr>
        <p:spPr>
          <a:xfrm>
            <a:off x="1224037" y="2451843"/>
            <a:ext cx="14421195" cy="2939577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92AB562-D003-F3A6-B795-69FD68D09853}"/>
              </a:ext>
            </a:extLst>
          </p:cNvPr>
          <p:cNvCxnSpPr/>
          <p:nvPr/>
        </p:nvCxnSpPr>
        <p:spPr>
          <a:xfrm>
            <a:off x="1277815" y="37850"/>
            <a:ext cx="0" cy="640080"/>
          </a:xfrm>
          <a:prstGeom prst="line">
            <a:avLst/>
          </a:prstGeom>
          <a:ln w="4762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5208F15-D53B-D32C-8059-87D8573C74D1}"/>
              </a:ext>
            </a:extLst>
          </p:cNvPr>
          <p:cNvSpPr txBox="1"/>
          <p:nvPr/>
        </p:nvSpPr>
        <p:spPr>
          <a:xfrm>
            <a:off x="1453661" y="82060"/>
            <a:ext cx="2684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Overview</a:t>
            </a:r>
            <a:endParaRPr lang="en-US" dirty="0">
              <a:solidFill>
                <a:schemeClr val="bg1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DD55B9F-1AB7-DFC1-5505-20CBF5A485A5}"/>
              </a:ext>
            </a:extLst>
          </p:cNvPr>
          <p:cNvSpPr/>
          <p:nvPr/>
        </p:nvSpPr>
        <p:spPr>
          <a:xfrm>
            <a:off x="35167" y="952218"/>
            <a:ext cx="1031630" cy="7805140"/>
          </a:xfrm>
          <a:prstGeom prst="roundRect">
            <a:avLst/>
          </a:prstGeom>
          <a:solidFill>
            <a:srgbClr val="4EA8DE">
              <a:alpha val="65000"/>
            </a:srgb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BD02E6-BDE5-8013-1B98-5F0BFB218507}"/>
              </a:ext>
            </a:extLst>
          </p:cNvPr>
          <p:cNvSpPr txBox="1"/>
          <p:nvPr/>
        </p:nvSpPr>
        <p:spPr>
          <a:xfrm>
            <a:off x="1203693" y="179965"/>
            <a:ext cx="4798522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Customer Performance</a:t>
            </a:r>
            <a:endParaRPr lang="en-US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58E5FEA-1F18-02BD-32CB-BF8951B5FBD2}"/>
              </a:ext>
            </a:extLst>
          </p:cNvPr>
          <p:cNvSpPr/>
          <p:nvPr/>
        </p:nvSpPr>
        <p:spPr>
          <a:xfrm>
            <a:off x="1250363" y="952218"/>
            <a:ext cx="2715314" cy="1310336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0367833-F99F-6C50-8EE1-E4361171054D}"/>
              </a:ext>
            </a:extLst>
          </p:cNvPr>
          <p:cNvSpPr/>
          <p:nvPr/>
        </p:nvSpPr>
        <p:spPr>
          <a:xfrm>
            <a:off x="12968045" y="952218"/>
            <a:ext cx="2715314" cy="1310336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5670DB2-27D0-D8D3-A0FF-6691F2C59894}"/>
              </a:ext>
            </a:extLst>
          </p:cNvPr>
          <p:cNvSpPr/>
          <p:nvPr/>
        </p:nvSpPr>
        <p:spPr>
          <a:xfrm>
            <a:off x="4179784" y="952218"/>
            <a:ext cx="2715314" cy="1310336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DB23919-EC29-E267-65FD-25F138895D86}"/>
              </a:ext>
            </a:extLst>
          </p:cNvPr>
          <p:cNvSpPr/>
          <p:nvPr/>
        </p:nvSpPr>
        <p:spPr>
          <a:xfrm>
            <a:off x="7109205" y="952218"/>
            <a:ext cx="2715314" cy="1310336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C5C6A7F-648C-1663-904E-6868E6782590}"/>
              </a:ext>
            </a:extLst>
          </p:cNvPr>
          <p:cNvSpPr/>
          <p:nvPr/>
        </p:nvSpPr>
        <p:spPr>
          <a:xfrm>
            <a:off x="10038626" y="952218"/>
            <a:ext cx="2715314" cy="1310336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71BD89FB-B091-3A2A-D400-AEF82458BA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0181" y="41551"/>
            <a:ext cx="861602" cy="861602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A12C5E6-6350-CB4B-757B-06C81CF6E228}"/>
              </a:ext>
            </a:extLst>
          </p:cNvPr>
          <p:cNvCxnSpPr>
            <a:cxnSpLocks/>
          </p:cNvCxnSpPr>
          <p:nvPr/>
        </p:nvCxnSpPr>
        <p:spPr>
          <a:xfrm>
            <a:off x="8434634" y="2595751"/>
            <a:ext cx="0" cy="2651760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86B1265-7668-498B-0994-4A1011DEC721}"/>
              </a:ext>
            </a:extLst>
          </p:cNvPr>
          <p:cNvCxnSpPr>
            <a:cxnSpLocks/>
          </p:cNvCxnSpPr>
          <p:nvPr/>
        </p:nvCxnSpPr>
        <p:spPr>
          <a:xfrm>
            <a:off x="8424462" y="5804241"/>
            <a:ext cx="0" cy="2743200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8154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E88A1-C40D-53AF-F917-FC42879A9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AAF8270-75B0-A688-7033-289E7F57EE66}"/>
              </a:ext>
            </a:extLst>
          </p:cNvPr>
          <p:cNvSpPr/>
          <p:nvPr/>
        </p:nvSpPr>
        <p:spPr>
          <a:xfrm>
            <a:off x="1203693" y="5821074"/>
            <a:ext cx="14441539" cy="3050390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22C220B-57A6-0A5C-352E-B99F2FC37A49}"/>
              </a:ext>
            </a:extLst>
          </p:cNvPr>
          <p:cNvSpPr/>
          <p:nvPr/>
        </p:nvSpPr>
        <p:spPr>
          <a:xfrm>
            <a:off x="1224037" y="2871932"/>
            <a:ext cx="14421195" cy="2778849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2736A80-3674-4FFA-C6B6-8150DEF29B09}"/>
              </a:ext>
            </a:extLst>
          </p:cNvPr>
          <p:cNvCxnSpPr/>
          <p:nvPr/>
        </p:nvCxnSpPr>
        <p:spPr>
          <a:xfrm>
            <a:off x="1277815" y="37850"/>
            <a:ext cx="0" cy="640080"/>
          </a:xfrm>
          <a:prstGeom prst="line">
            <a:avLst/>
          </a:prstGeom>
          <a:ln w="4762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AC94B3B-F6CE-CEDA-5622-B8A085FCC775}"/>
              </a:ext>
            </a:extLst>
          </p:cNvPr>
          <p:cNvSpPr txBox="1"/>
          <p:nvPr/>
        </p:nvSpPr>
        <p:spPr>
          <a:xfrm>
            <a:off x="1453661" y="82060"/>
            <a:ext cx="2684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Overview</a:t>
            </a:r>
            <a:endParaRPr lang="en-US" dirty="0">
              <a:solidFill>
                <a:schemeClr val="bg1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50F66F1-51A4-09E9-0C8A-A2886C904E0D}"/>
              </a:ext>
            </a:extLst>
          </p:cNvPr>
          <p:cNvSpPr/>
          <p:nvPr/>
        </p:nvSpPr>
        <p:spPr>
          <a:xfrm>
            <a:off x="35167" y="952218"/>
            <a:ext cx="1031630" cy="7805140"/>
          </a:xfrm>
          <a:prstGeom prst="roundRect">
            <a:avLst/>
          </a:prstGeom>
          <a:solidFill>
            <a:srgbClr val="4EA8DE">
              <a:alpha val="65000"/>
            </a:srgb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4B9A25-61D1-E1A2-3A01-06801A34004E}"/>
              </a:ext>
            </a:extLst>
          </p:cNvPr>
          <p:cNvSpPr txBox="1"/>
          <p:nvPr/>
        </p:nvSpPr>
        <p:spPr>
          <a:xfrm>
            <a:off x="1203692" y="179965"/>
            <a:ext cx="6171665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Logistics Performance</a:t>
            </a:r>
            <a:endParaRPr lang="en-US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1AC2F0D-2319-79CC-FA07-78C1D8951D2F}"/>
              </a:ext>
            </a:extLst>
          </p:cNvPr>
          <p:cNvSpPr/>
          <p:nvPr/>
        </p:nvSpPr>
        <p:spPr>
          <a:xfrm>
            <a:off x="1250363" y="952218"/>
            <a:ext cx="2715314" cy="173736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E9AEF56-EA7C-79C4-9BB1-0D2951D65CAA}"/>
              </a:ext>
            </a:extLst>
          </p:cNvPr>
          <p:cNvSpPr/>
          <p:nvPr/>
        </p:nvSpPr>
        <p:spPr>
          <a:xfrm>
            <a:off x="12968045" y="952218"/>
            <a:ext cx="2715314" cy="173736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B83CBF6-D025-DB03-5D07-E7C4AEB1F1AA}"/>
              </a:ext>
            </a:extLst>
          </p:cNvPr>
          <p:cNvSpPr/>
          <p:nvPr/>
        </p:nvSpPr>
        <p:spPr>
          <a:xfrm>
            <a:off x="4179784" y="952218"/>
            <a:ext cx="2715314" cy="173736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9D572D1-513B-CA66-8CAA-E62EF8F3CCD9}"/>
              </a:ext>
            </a:extLst>
          </p:cNvPr>
          <p:cNvSpPr/>
          <p:nvPr/>
        </p:nvSpPr>
        <p:spPr>
          <a:xfrm>
            <a:off x="7109205" y="952218"/>
            <a:ext cx="2715314" cy="173736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E1BABE1-08B3-308D-A26F-8D2D7AA5A0E8}"/>
              </a:ext>
            </a:extLst>
          </p:cNvPr>
          <p:cNvSpPr/>
          <p:nvPr/>
        </p:nvSpPr>
        <p:spPr>
          <a:xfrm>
            <a:off x="10038626" y="952218"/>
            <a:ext cx="2715314" cy="173736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srgbClr val="4EA8DE">
                <a:alpha val="40000"/>
              </a:srgb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2AF2AE7C-AF5D-1BBD-D974-554886CABB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0181" y="41551"/>
            <a:ext cx="861602" cy="861602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4519FBD-416C-A8A8-F66F-5C84E0623BD6}"/>
              </a:ext>
            </a:extLst>
          </p:cNvPr>
          <p:cNvCxnSpPr>
            <a:cxnSpLocks/>
          </p:cNvCxnSpPr>
          <p:nvPr/>
        </p:nvCxnSpPr>
        <p:spPr>
          <a:xfrm>
            <a:off x="8434634" y="2974686"/>
            <a:ext cx="0" cy="2573340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70177FC-7CDC-C10F-ABAF-22446E56F109}"/>
              </a:ext>
            </a:extLst>
          </p:cNvPr>
          <p:cNvCxnSpPr>
            <a:cxnSpLocks/>
          </p:cNvCxnSpPr>
          <p:nvPr/>
        </p:nvCxnSpPr>
        <p:spPr>
          <a:xfrm>
            <a:off x="8424462" y="6020389"/>
            <a:ext cx="0" cy="2651760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0028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F1ED8-0C1E-2FCD-96A6-987FE596E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8064621-0346-96C7-DC53-2BEFACD878EF}"/>
              </a:ext>
            </a:extLst>
          </p:cNvPr>
          <p:cNvSpPr/>
          <p:nvPr/>
        </p:nvSpPr>
        <p:spPr>
          <a:xfrm>
            <a:off x="1203693" y="5935180"/>
            <a:ext cx="14441539" cy="2822177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0F4F8E0-220B-58CA-B2A0-3A594D343F15}"/>
              </a:ext>
            </a:extLst>
          </p:cNvPr>
          <p:cNvSpPr/>
          <p:nvPr/>
        </p:nvSpPr>
        <p:spPr>
          <a:xfrm>
            <a:off x="1224037" y="2980220"/>
            <a:ext cx="14421195" cy="2778849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7219A1-2536-D247-4901-7DF9B8E1C110}"/>
              </a:ext>
            </a:extLst>
          </p:cNvPr>
          <p:cNvCxnSpPr/>
          <p:nvPr/>
        </p:nvCxnSpPr>
        <p:spPr>
          <a:xfrm>
            <a:off x="1277815" y="37850"/>
            <a:ext cx="0" cy="640080"/>
          </a:xfrm>
          <a:prstGeom prst="line">
            <a:avLst/>
          </a:prstGeom>
          <a:ln w="4762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67285CF-5201-18B2-C213-1FE040C9779D}"/>
              </a:ext>
            </a:extLst>
          </p:cNvPr>
          <p:cNvSpPr txBox="1"/>
          <p:nvPr/>
        </p:nvSpPr>
        <p:spPr>
          <a:xfrm>
            <a:off x="1453661" y="82060"/>
            <a:ext cx="2684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Overview</a:t>
            </a:r>
            <a:endParaRPr lang="en-US" dirty="0">
              <a:solidFill>
                <a:schemeClr val="bg1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9B0A339-D7CE-778A-78D1-09195312FFE2}"/>
              </a:ext>
            </a:extLst>
          </p:cNvPr>
          <p:cNvSpPr/>
          <p:nvPr/>
        </p:nvSpPr>
        <p:spPr>
          <a:xfrm>
            <a:off x="35167" y="952218"/>
            <a:ext cx="1031630" cy="7805140"/>
          </a:xfrm>
          <a:prstGeom prst="roundRect">
            <a:avLst/>
          </a:prstGeom>
          <a:solidFill>
            <a:srgbClr val="4EA8DE">
              <a:alpha val="65000"/>
            </a:srgb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FC4D21-7B68-866D-5FCD-2950D7BAA784}"/>
              </a:ext>
            </a:extLst>
          </p:cNvPr>
          <p:cNvSpPr txBox="1"/>
          <p:nvPr/>
        </p:nvSpPr>
        <p:spPr>
          <a:xfrm>
            <a:off x="1203693" y="179965"/>
            <a:ext cx="308317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Overview</a:t>
            </a:r>
            <a:endParaRPr lang="en-US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DD3F04F-DCB9-D8DD-86EB-E1B0B4567103}"/>
              </a:ext>
            </a:extLst>
          </p:cNvPr>
          <p:cNvSpPr/>
          <p:nvPr/>
        </p:nvSpPr>
        <p:spPr>
          <a:xfrm>
            <a:off x="1250363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47B7732-BC32-A391-7383-8154C1BCD56F}"/>
              </a:ext>
            </a:extLst>
          </p:cNvPr>
          <p:cNvSpPr/>
          <p:nvPr/>
        </p:nvSpPr>
        <p:spPr>
          <a:xfrm>
            <a:off x="12968045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3C1A896-1A30-9C46-8A77-3533656AE1FA}"/>
              </a:ext>
            </a:extLst>
          </p:cNvPr>
          <p:cNvSpPr/>
          <p:nvPr/>
        </p:nvSpPr>
        <p:spPr>
          <a:xfrm>
            <a:off x="4179784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E31E173-8D03-DA80-82B3-A9E7CE7B43A3}"/>
              </a:ext>
            </a:extLst>
          </p:cNvPr>
          <p:cNvSpPr/>
          <p:nvPr/>
        </p:nvSpPr>
        <p:spPr>
          <a:xfrm>
            <a:off x="7109205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556BA970-A7D4-1000-0938-58574974C767}"/>
              </a:ext>
            </a:extLst>
          </p:cNvPr>
          <p:cNvSpPr/>
          <p:nvPr/>
        </p:nvSpPr>
        <p:spPr>
          <a:xfrm>
            <a:off x="10038626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A blue squares on a black background&#10;&#10;AI-generated content may be incorrect.">
            <a:extLst>
              <a:ext uri="{FF2B5EF4-FFF2-40B4-BE49-F238E27FC236}">
                <a16:creationId xmlns:a16="http://schemas.microsoft.com/office/drawing/2014/main" id="{71D6FF12-9D60-AE76-16B9-A37BDC7C40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181" y="41551"/>
            <a:ext cx="861602" cy="861602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B6559A8-F81A-6669-5C0D-0330FC8CCFB8}"/>
              </a:ext>
            </a:extLst>
          </p:cNvPr>
          <p:cNvCxnSpPr>
            <a:cxnSpLocks/>
          </p:cNvCxnSpPr>
          <p:nvPr/>
        </p:nvCxnSpPr>
        <p:spPr>
          <a:xfrm>
            <a:off x="9824519" y="3082974"/>
            <a:ext cx="0" cy="2573340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7C5CC97-D70E-6296-29A3-1F1BB59932CC}"/>
              </a:ext>
            </a:extLst>
          </p:cNvPr>
          <p:cNvCxnSpPr>
            <a:cxnSpLocks/>
          </p:cNvCxnSpPr>
          <p:nvPr/>
        </p:nvCxnSpPr>
        <p:spPr>
          <a:xfrm>
            <a:off x="9827259" y="6036632"/>
            <a:ext cx="0" cy="2619273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611670-07BF-3219-4CB7-F688E12980DE}"/>
              </a:ext>
            </a:extLst>
          </p:cNvPr>
          <p:cNvSpPr/>
          <p:nvPr/>
        </p:nvSpPr>
        <p:spPr>
          <a:xfrm>
            <a:off x="353605" y="2785968"/>
            <a:ext cx="14447520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B74852A-177D-3F21-D0F0-DA89270B742E}"/>
              </a:ext>
            </a:extLst>
          </p:cNvPr>
          <p:cNvSpPr/>
          <p:nvPr/>
        </p:nvSpPr>
        <p:spPr>
          <a:xfrm>
            <a:off x="0" y="5738358"/>
            <a:ext cx="14447520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88C0AE7-5EC3-2B31-D698-25027C4A3648}"/>
              </a:ext>
            </a:extLst>
          </p:cNvPr>
          <p:cNvSpPr/>
          <p:nvPr/>
        </p:nvSpPr>
        <p:spPr>
          <a:xfrm rot="16200000">
            <a:off x="-2113844" y="3661763"/>
            <a:ext cx="6521697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2B79525-B355-788A-6A21-7F907EC1BA16}"/>
              </a:ext>
            </a:extLst>
          </p:cNvPr>
          <p:cNvSpPr/>
          <p:nvPr/>
        </p:nvSpPr>
        <p:spPr>
          <a:xfrm rot="16200000">
            <a:off x="12482147" y="4092564"/>
            <a:ext cx="6521697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EAC7215-6CEF-BDB5-773E-45C8D50242E9}"/>
              </a:ext>
            </a:extLst>
          </p:cNvPr>
          <p:cNvSpPr/>
          <p:nvPr/>
        </p:nvSpPr>
        <p:spPr>
          <a:xfrm>
            <a:off x="798984" y="8772525"/>
            <a:ext cx="14904720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2E00C77-DFB0-2C8D-F9CC-D69CDEBFD0F4}"/>
              </a:ext>
            </a:extLst>
          </p:cNvPr>
          <p:cNvGrpSpPr/>
          <p:nvPr/>
        </p:nvGrpSpPr>
        <p:grpSpPr>
          <a:xfrm>
            <a:off x="7921806" y="5866205"/>
            <a:ext cx="274320" cy="719843"/>
            <a:chOff x="7339263" y="6027821"/>
            <a:chExt cx="274320" cy="71984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3A09229-2531-D0D6-C47C-3778CD3ACE31}"/>
                </a:ext>
              </a:extLst>
            </p:cNvPr>
            <p:cNvSpPr/>
            <p:nvPr/>
          </p:nvSpPr>
          <p:spPr>
            <a:xfrm>
              <a:off x="7339263" y="6027821"/>
              <a:ext cx="274320" cy="274320"/>
            </a:xfrm>
            <a:prstGeom prst="ellipse">
              <a:avLst/>
            </a:prstGeom>
            <a:solidFill>
              <a:srgbClr val="4EA8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76B6ADA-D2FE-6947-1A08-2D4CAFF7F7A2}"/>
                </a:ext>
              </a:extLst>
            </p:cNvPr>
            <p:cNvSpPr/>
            <p:nvPr/>
          </p:nvSpPr>
          <p:spPr>
            <a:xfrm>
              <a:off x="7384983" y="6364882"/>
              <a:ext cx="182880" cy="182880"/>
            </a:xfrm>
            <a:prstGeom prst="ellipse">
              <a:avLst/>
            </a:prstGeom>
            <a:solidFill>
              <a:srgbClr val="4EA8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E2F182B-361A-5609-83D7-DCC86EA31288}"/>
                </a:ext>
              </a:extLst>
            </p:cNvPr>
            <p:cNvSpPr/>
            <p:nvPr/>
          </p:nvSpPr>
          <p:spPr>
            <a:xfrm>
              <a:off x="7407843" y="6610504"/>
              <a:ext cx="137160" cy="137160"/>
            </a:xfrm>
            <a:prstGeom prst="ellipse">
              <a:avLst/>
            </a:prstGeom>
            <a:solidFill>
              <a:srgbClr val="4EA8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06068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4287</TotalTime>
  <Words>18</Words>
  <Application>Microsoft Office PowerPoint</Application>
  <PresentationFormat>Custom</PresentationFormat>
  <Paragraphs>12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Mohammad Ghanaym</dc:creator>
  <cp:lastModifiedBy>محمد محمد السيد حسن</cp:lastModifiedBy>
  <cp:revision>26</cp:revision>
  <dcterms:created xsi:type="dcterms:W3CDTF">2025-04-23T11:05:35Z</dcterms:created>
  <dcterms:modified xsi:type="dcterms:W3CDTF">2025-12-02T22:06:56Z</dcterms:modified>
</cp:coreProperties>
</file>